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1" r:id="rId5"/>
    <p:sldId id="260" r:id="rId6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CCFF"/>
    <a:srgbClr val="777777"/>
    <a:srgbClr val="99FF99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2A488322-F2BA-4B5B-9748-0D474271808F}" styleName="보통 스타일 3 - 강조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68" autoAdjust="0"/>
    <p:restoredTop sz="94660"/>
  </p:normalViewPr>
  <p:slideViewPr>
    <p:cSldViewPr>
      <p:cViewPr varScale="1">
        <p:scale>
          <a:sx n="65" d="100"/>
          <a:sy n="65" d="100"/>
        </p:scale>
        <p:origin x="-1464" y="-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 bwMode="ltGray">
          <a:xfrm>
            <a:off x="0" y="0"/>
            <a:ext cx="9143999" cy="5135430"/>
          </a:xfrm>
          <a:prstGeom prst="rect">
            <a:avLst/>
          </a:prstGeom>
          <a:solidFill>
            <a:srgbClr val="0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3355848"/>
            <a:ext cx="8077200" cy="1673352"/>
          </a:xfrm>
        </p:spPr>
        <p:txBody>
          <a:bodyPr vert="horz" lIns="91440" tIns="0" rIns="45720" bIns="0" rtlCol="0" anchor="t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>
            <a:lvl1pPr algn="l">
              <a:defRPr sz="4700" b="1"/>
            </a:lvl1pPr>
            <a:extLst/>
          </a:lstStyle>
          <a:p>
            <a:r>
              <a:rPr kumimoji="0" lang="ko-KR" altLang="en-US" smtClean="0"/>
              <a:t>마스터 제목 스타일 편집</a:t>
            </a:r>
            <a:endParaRPr kumimoji="0" 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85800" y="1828800"/>
            <a:ext cx="8077200" cy="1499616"/>
          </a:xfrm>
        </p:spPr>
        <p:txBody>
          <a:bodyPr lIns="118872" tIns="0" rIns="45720" bIns="0" anchor="b"/>
          <a:lstStyle>
            <a:lvl1pPr marL="0" indent="0" algn="l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  <a:extLst/>
          </a:lstStyle>
          <a:p>
            <a:r>
              <a:rPr kumimoji="0" lang="ko-KR" altLang="en-US" smtClean="0"/>
              <a:t>마스터 부제목 스타일 편집</a:t>
            </a:r>
            <a:endParaRPr kumimoji="0" 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pPr/>
              <a:t>2017-04-10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0" name="직사각형 9"/>
          <p:cNvSpPr/>
          <p:nvPr/>
        </p:nvSpPr>
        <p:spPr bwMode="invGray">
          <a:xfrm>
            <a:off x="0" y="5128334"/>
            <a:ext cx="9144000" cy="4572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155448"/>
            <a:ext cx="8229600" cy="1252728"/>
          </a:xfrm>
        </p:spPr>
        <p:txBody>
          <a:bodyPr/>
          <a:lstStyle>
            <a:extLst/>
          </a:lstStyle>
          <a:p>
            <a:r>
              <a:rPr kumimoji="0" lang="ko-KR" altLang="en-US" smtClean="0"/>
              <a:t>마스터 제목 스타일 편집</a:t>
            </a:r>
            <a:endParaRPr kumimoji="0" 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ko-KR" altLang="en-US" smtClean="0"/>
              <a:t>마스터 텍스트 스타일을 편집합니다</a:t>
            </a:r>
          </a:p>
          <a:p>
            <a:pPr lvl="1" eaLnBrk="1" latinLnBrk="0" hangingPunct="1"/>
            <a:r>
              <a:rPr lang="ko-KR" altLang="en-US" smtClean="0"/>
              <a:t>둘째 수준</a:t>
            </a:r>
          </a:p>
          <a:p>
            <a:pPr lvl="2" eaLnBrk="1" latinLnBrk="0" hangingPunct="1"/>
            <a:r>
              <a:rPr lang="ko-KR" altLang="en-US" smtClean="0"/>
              <a:t>셋째 수준</a:t>
            </a:r>
          </a:p>
          <a:p>
            <a:pPr lvl="3" eaLnBrk="1" latinLnBrk="0" hangingPunct="1"/>
            <a:r>
              <a:rPr lang="ko-KR" altLang="en-US" smtClean="0"/>
              <a:t>넷째 수준</a:t>
            </a:r>
          </a:p>
          <a:p>
            <a:pPr lvl="4" eaLnBrk="1" latinLnBrk="0" hangingPunct="1"/>
            <a:r>
              <a:rPr lang="ko-KR" altLang="en-US" smtClean="0"/>
              <a:t>다섯째 수준</a:t>
            </a:r>
            <a:endParaRPr kumimoji="0" 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pPr/>
              <a:t>2017-04-10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 bwMode="ltGray">
          <a:xfrm>
            <a:off x="0" y="1"/>
            <a:ext cx="9144000" cy="2602520"/>
          </a:xfrm>
          <a:prstGeom prst="rect">
            <a:avLst/>
          </a:prstGeom>
          <a:solidFill>
            <a:srgbClr val="0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2" name="직사각형 11"/>
          <p:cNvSpPr/>
          <p:nvPr/>
        </p:nvSpPr>
        <p:spPr bwMode="invGray">
          <a:xfrm>
            <a:off x="0" y="2602520"/>
            <a:ext cx="9144000" cy="4572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49808" y="118872"/>
            <a:ext cx="8013192" cy="1636776"/>
          </a:xfrm>
        </p:spPr>
        <p:txBody>
          <a:bodyPr vert="horz" lIns="91440" tIns="0" rIns="91440" bIns="0" rtlCol="0" anchor="b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>
            <a:lvl1pPr algn="l">
              <a:defRPr sz="4700" b="1" cap="none" baseline="0"/>
            </a:lvl1pPr>
            <a:extLst/>
          </a:lstStyle>
          <a:p>
            <a:r>
              <a:rPr kumimoji="0" lang="ko-KR" altLang="en-US" smtClean="0"/>
              <a:t>마스터 제목 스타일 편집</a:t>
            </a:r>
            <a:endParaRPr kumimoji="0" 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40664" y="1828800"/>
            <a:ext cx="8022336" cy="685800"/>
          </a:xfrm>
        </p:spPr>
        <p:txBody>
          <a:bodyPr lIns="146304" tIns="0" rIns="45720" bIns="0" anchor="t"/>
          <a:lstStyle>
            <a:lvl1pPr marL="0" indent="0">
              <a:buNone/>
              <a:defRPr sz="2000">
                <a:solidFill>
                  <a:srgbClr val="FFFF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  <a:extLst/>
          </a:lstStyle>
          <a:p>
            <a:pPr lvl="0" eaLnBrk="1" latinLnBrk="0" hangingPunct="1"/>
            <a:r>
              <a:rPr kumimoji="0"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pPr/>
              <a:t>2017-04-10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ko-KR" altLang="en-US" smtClean="0"/>
              <a:t>마스터 제목 스타일 편집</a:t>
            </a:r>
            <a:endParaRPr kumimoji="0" 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773936"/>
            <a:ext cx="4038600" cy="4623816"/>
          </a:xfrm>
        </p:spPr>
        <p:txBody>
          <a:bodyPr lIns="9144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  <a:extLst/>
          </a:lstStyle>
          <a:p>
            <a:pPr lvl="0" eaLnBrk="1" latinLnBrk="0" hangingPunct="1"/>
            <a:r>
              <a:rPr lang="ko-KR" altLang="en-US" smtClean="0"/>
              <a:t>마스터 텍스트 스타일을 편집합니다</a:t>
            </a:r>
          </a:p>
          <a:p>
            <a:pPr lvl="1" eaLnBrk="1" latinLnBrk="0" hangingPunct="1"/>
            <a:r>
              <a:rPr lang="ko-KR" altLang="en-US" smtClean="0"/>
              <a:t>둘째 수준</a:t>
            </a:r>
          </a:p>
          <a:p>
            <a:pPr lvl="2" eaLnBrk="1" latinLnBrk="0" hangingPunct="1"/>
            <a:r>
              <a:rPr lang="ko-KR" altLang="en-US" smtClean="0"/>
              <a:t>셋째 수준</a:t>
            </a:r>
          </a:p>
          <a:p>
            <a:pPr lvl="3" eaLnBrk="1" latinLnBrk="0" hangingPunct="1"/>
            <a:r>
              <a:rPr lang="ko-KR" altLang="en-US" smtClean="0"/>
              <a:t>넷째 수준</a:t>
            </a:r>
          </a:p>
          <a:p>
            <a:pPr lvl="4" eaLnBrk="1" latinLnBrk="0" hangingPunct="1"/>
            <a:r>
              <a:rPr lang="ko-KR" altLang="en-US" smtClean="0"/>
              <a:t>다섯째 수준</a:t>
            </a:r>
            <a:endParaRPr kumimoji="0" 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773936"/>
            <a:ext cx="4038600" cy="462381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  <a:extLst/>
          </a:lstStyle>
          <a:p>
            <a:pPr lvl="0" eaLnBrk="1" latinLnBrk="0" hangingPunct="1"/>
            <a:r>
              <a:rPr lang="ko-KR" altLang="en-US" smtClean="0"/>
              <a:t>마스터 텍스트 스타일을 편집합니다</a:t>
            </a:r>
          </a:p>
          <a:p>
            <a:pPr lvl="1" eaLnBrk="1" latinLnBrk="0" hangingPunct="1"/>
            <a:r>
              <a:rPr lang="ko-KR" altLang="en-US" smtClean="0"/>
              <a:t>둘째 수준</a:t>
            </a:r>
          </a:p>
          <a:p>
            <a:pPr lvl="2" eaLnBrk="1" latinLnBrk="0" hangingPunct="1"/>
            <a:r>
              <a:rPr lang="ko-KR" altLang="en-US" smtClean="0"/>
              <a:t>셋째 수준</a:t>
            </a:r>
          </a:p>
          <a:p>
            <a:pPr lvl="3" eaLnBrk="1" latinLnBrk="0" hangingPunct="1"/>
            <a:r>
              <a:rPr lang="ko-KR" altLang="en-US" smtClean="0"/>
              <a:t>넷째 수준</a:t>
            </a:r>
          </a:p>
          <a:p>
            <a:pPr lvl="4" eaLnBrk="1" latinLnBrk="0" hangingPunct="1"/>
            <a:r>
              <a:rPr lang="ko-KR" altLang="en-US" smtClean="0"/>
              <a:t>다섯째 수준</a:t>
            </a:r>
            <a:endParaRPr kumimoji="0" 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pPr/>
              <a:t>2017-04-10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  <a:extLst/>
          </a:lstStyle>
          <a:p>
            <a:r>
              <a:rPr kumimoji="0" lang="ko-KR" altLang="en-US" smtClean="0"/>
              <a:t>마스터 제목 스타일 편집</a:t>
            </a:r>
            <a:endParaRPr kumimoji="0" 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98987"/>
            <a:ext cx="4040188" cy="715355"/>
          </a:xfrm>
        </p:spPr>
        <p:txBody>
          <a:bodyPr lIns="146304" anchor="ctr"/>
          <a:lstStyle>
            <a:lvl1pPr marL="0" indent="0">
              <a:buNone/>
              <a:defRPr sz="23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  <a:extLst/>
          </a:lstStyle>
          <a:p>
            <a:pPr lvl="0" eaLnBrk="1" latinLnBrk="0" hangingPunct="1"/>
            <a:r>
              <a:rPr kumimoji="0"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449512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  <a:extLst/>
          </a:lstStyle>
          <a:p>
            <a:pPr lvl="0" eaLnBrk="1" latinLnBrk="0" hangingPunct="1"/>
            <a:r>
              <a:rPr lang="ko-KR" altLang="en-US" smtClean="0"/>
              <a:t>마스터 텍스트 스타일을 편집합니다</a:t>
            </a:r>
          </a:p>
          <a:p>
            <a:pPr lvl="1" eaLnBrk="1" latinLnBrk="0" hangingPunct="1"/>
            <a:r>
              <a:rPr lang="ko-KR" altLang="en-US" smtClean="0"/>
              <a:t>둘째 수준</a:t>
            </a:r>
          </a:p>
          <a:p>
            <a:pPr lvl="2" eaLnBrk="1" latinLnBrk="0" hangingPunct="1"/>
            <a:r>
              <a:rPr lang="ko-KR" altLang="en-US" smtClean="0"/>
              <a:t>셋째 수준</a:t>
            </a:r>
          </a:p>
          <a:p>
            <a:pPr lvl="3" eaLnBrk="1" latinLnBrk="0" hangingPunct="1"/>
            <a:r>
              <a:rPr lang="ko-KR" altLang="en-US" smtClean="0"/>
              <a:t>넷째 수준</a:t>
            </a:r>
          </a:p>
          <a:p>
            <a:pPr lvl="4" eaLnBrk="1" latinLnBrk="0" hangingPunct="1"/>
            <a:r>
              <a:rPr lang="ko-KR" altLang="en-US" smtClean="0"/>
              <a:t>다섯째 수준</a:t>
            </a:r>
            <a:endParaRPr kumimoji="0" 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698987"/>
            <a:ext cx="4041775" cy="715355"/>
          </a:xfrm>
        </p:spPr>
        <p:txBody>
          <a:bodyPr lIns="146304" anchor="ctr"/>
          <a:lstStyle>
            <a:lvl1pPr marL="0" indent="0">
              <a:buNone/>
              <a:defRPr sz="23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  <a:extLst/>
          </a:lstStyle>
          <a:p>
            <a:pPr lvl="0" eaLnBrk="1" latinLnBrk="0" hangingPunct="1"/>
            <a:r>
              <a:rPr kumimoji="0"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449512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  <a:extLst/>
          </a:lstStyle>
          <a:p>
            <a:pPr lvl="0" eaLnBrk="1" latinLnBrk="0" hangingPunct="1"/>
            <a:r>
              <a:rPr lang="ko-KR" altLang="en-US" smtClean="0"/>
              <a:t>마스터 텍스트 스타일을 편집합니다</a:t>
            </a:r>
          </a:p>
          <a:p>
            <a:pPr lvl="1" eaLnBrk="1" latinLnBrk="0" hangingPunct="1"/>
            <a:r>
              <a:rPr lang="ko-KR" altLang="en-US" smtClean="0"/>
              <a:t>둘째 수준</a:t>
            </a:r>
          </a:p>
          <a:p>
            <a:pPr lvl="2" eaLnBrk="1" latinLnBrk="0" hangingPunct="1"/>
            <a:r>
              <a:rPr lang="ko-KR" altLang="en-US" smtClean="0"/>
              <a:t>셋째 수준</a:t>
            </a:r>
          </a:p>
          <a:p>
            <a:pPr lvl="3" eaLnBrk="1" latinLnBrk="0" hangingPunct="1"/>
            <a:r>
              <a:rPr lang="ko-KR" altLang="en-US" smtClean="0"/>
              <a:t>넷째 수준</a:t>
            </a:r>
          </a:p>
          <a:p>
            <a:pPr lvl="4" eaLnBrk="1" latinLnBrk="0" hangingPunct="1"/>
            <a:r>
              <a:rPr lang="ko-KR" altLang="en-US" smtClean="0"/>
              <a:t>다섯째 수준</a:t>
            </a:r>
            <a:endParaRPr kumimoji="0" 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pPr/>
              <a:t>2017-04-10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ko-KR" altLang="en-US" smtClean="0"/>
              <a:t>마스터 제목 스타일 편집</a:t>
            </a:r>
            <a:endParaRPr kumimoji="0" 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pPr/>
              <a:t>2017-04-10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pPr/>
              <a:t>2017-04-10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67838" y="152400"/>
            <a:ext cx="2523744" cy="978408"/>
          </a:xfrm>
        </p:spPr>
        <p:txBody>
          <a:bodyPr vert="horz" lIns="73152" rIns="45720" bIns="0" rtlCol="0" anchor="b">
            <a:normAutofit/>
            <a:sp3d prstMaterial="matte"/>
          </a:bodyPr>
          <a:lstStyle>
            <a:lvl1pPr algn="l">
              <a:defRPr sz="2000" b="0"/>
            </a:lvl1pPr>
            <a:extLst/>
          </a:lstStyle>
          <a:p>
            <a:r>
              <a:rPr kumimoji="0" lang="ko-KR" altLang="en-US" smtClean="0"/>
              <a:t>마스터 제목 스타일 편집</a:t>
            </a:r>
            <a:endParaRPr kumimoji="0" 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019377" y="1743133"/>
            <a:ext cx="5920641" cy="455888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  <a:extLst/>
          </a:lstStyle>
          <a:p>
            <a:pPr lvl="0" eaLnBrk="1" latinLnBrk="0" hangingPunct="1"/>
            <a:r>
              <a:rPr lang="ko-KR" altLang="en-US" smtClean="0"/>
              <a:t>마스터 텍스트 스타일을 편집합니다</a:t>
            </a:r>
          </a:p>
          <a:p>
            <a:pPr lvl="1" eaLnBrk="1" latinLnBrk="0" hangingPunct="1"/>
            <a:r>
              <a:rPr lang="ko-KR" altLang="en-US" smtClean="0"/>
              <a:t>둘째 수준</a:t>
            </a:r>
          </a:p>
          <a:p>
            <a:pPr lvl="2" eaLnBrk="1" latinLnBrk="0" hangingPunct="1"/>
            <a:r>
              <a:rPr lang="ko-KR" altLang="en-US" smtClean="0"/>
              <a:t>셋째 수준</a:t>
            </a:r>
          </a:p>
          <a:p>
            <a:pPr lvl="3" eaLnBrk="1" latinLnBrk="0" hangingPunct="1"/>
            <a:r>
              <a:rPr lang="ko-KR" altLang="en-US" smtClean="0"/>
              <a:t>넷째 수준</a:t>
            </a:r>
          </a:p>
          <a:p>
            <a:pPr lvl="4" eaLnBrk="1" latinLnBrk="0" hangingPunct="1"/>
            <a:r>
              <a:rPr lang="ko-KR" altLang="en-US" smtClean="0"/>
              <a:t>다섯째 수준</a:t>
            </a:r>
            <a:endParaRPr kumimoji="0" 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67838" y="1730018"/>
            <a:ext cx="2468880" cy="45720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  <a:extLst/>
          </a:lstStyle>
          <a:p>
            <a:pPr lvl="0" eaLnBrk="1" latinLnBrk="0" hangingPunct="1"/>
            <a:r>
              <a:rPr kumimoji="0"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pPr/>
              <a:t>2017-04-10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2" name="직사각형 11"/>
          <p:cNvSpPr/>
          <p:nvPr/>
        </p:nvSpPr>
        <p:spPr bwMode="invGray">
          <a:xfrm>
            <a:off x="2855737" y="0"/>
            <a:ext cx="45720" cy="1453896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직사각형 8"/>
          <p:cNvSpPr/>
          <p:nvPr/>
        </p:nvSpPr>
        <p:spPr bwMode="invGray">
          <a:xfrm>
            <a:off x="2855737" y="0"/>
            <a:ext cx="45720" cy="1453896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64592" y="155448"/>
            <a:ext cx="2525150" cy="978408"/>
          </a:xfrm>
        </p:spPr>
        <p:txBody>
          <a:bodyPr lIns="73152" bIns="0" anchor="b">
            <a:sp3d prstMaterial="matte"/>
          </a:bodyPr>
          <a:lstStyle>
            <a:lvl1pPr algn="l">
              <a:defRPr sz="2000" b="0"/>
            </a:lvl1pPr>
            <a:extLst/>
          </a:lstStyle>
          <a:p>
            <a:r>
              <a:rPr kumimoji="0" lang="ko-KR" altLang="en-US" smtClean="0"/>
              <a:t>마스터 제목 스타일 편집</a:t>
            </a:r>
            <a:endParaRPr kumimoji="0" 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903805" y="1484808"/>
            <a:ext cx="6247397" cy="5373192"/>
          </a:xfrm>
          <a:solidFill>
            <a:schemeClr val="bg2">
              <a:shade val="75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  <a:extLst/>
          </a:lstStyle>
          <a:p>
            <a:r>
              <a:rPr kumimoji="0" lang="ko-KR" altLang="en-US" smtClean="0"/>
              <a:t>그림을 추가하려면 아이콘을 클릭하십시오</a:t>
            </a:r>
            <a:endParaRPr kumimoji="0" 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64592" y="1728216"/>
            <a:ext cx="2468880" cy="45720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  <a:extLst/>
          </a:lstStyle>
          <a:p>
            <a:pPr lvl="0" eaLnBrk="1" latinLnBrk="0" hangingPunct="1"/>
            <a:r>
              <a:rPr kumimoji="0"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164592" y="1170432"/>
            <a:ext cx="2523744" cy="201168"/>
          </a:xfrm>
        </p:spPr>
        <p:txBody>
          <a:bodyPr/>
          <a:lstStyle/>
          <a:p>
            <a:fld id="{FB30EDBD-1C2D-4C1E-B459-B60219FAB484}" type="datetimeFigureOut">
              <a:rPr lang="ko-KR" altLang="en-US" smtClean="0"/>
              <a:pPr/>
              <a:t>2017-04-10</a:t>
            </a:fld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2855737" y="0"/>
            <a:ext cx="45720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직사각형 8"/>
          <p:cNvSpPr/>
          <p:nvPr/>
        </p:nvSpPr>
        <p:spPr bwMode="invGray">
          <a:xfrm>
            <a:off x="2855737" y="0"/>
            <a:ext cx="45720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035808" y="1170432"/>
            <a:ext cx="5193792" cy="201168"/>
          </a:xfrm>
        </p:spPr>
        <p:txBody>
          <a:bodyPr/>
          <a:lstStyle>
            <a:lvl1pPr>
              <a:defRPr>
                <a:solidFill>
                  <a:schemeClr val="bg1">
                    <a:shade val="5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8339328" y="1170432"/>
            <a:ext cx="733864" cy="201168"/>
          </a:xfrm>
        </p:spPr>
        <p:txBody>
          <a:bodyPr/>
          <a:lstStyle/>
          <a:p>
            <a:fld id="{4BEDD84E-25D4-4983-8AA1-2863C96F08D9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ko-KR" altLang="en-US" smtClean="0"/>
              <a:t>마스터 제목 스타일 편집</a:t>
            </a:r>
            <a:endParaRPr kumimoji="0" 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extLst/>
          </a:lstStyle>
          <a:p>
            <a:pPr lvl="0" eaLnBrk="1" latinLnBrk="0" hangingPunct="1"/>
            <a:r>
              <a:rPr lang="ko-KR" altLang="en-US" smtClean="0"/>
              <a:t>마스터 텍스트 스타일을 편집합니다</a:t>
            </a:r>
          </a:p>
          <a:p>
            <a:pPr lvl="1" eaLnBrk="1" latinLnBrk="0" hangingPunct="1"/>
            <a:r>
              <a:rPr lang="ko-KR" altLang="en-US" smtClean="0"/>
              <a:t>둘째 수준</a:t>
            </a:r>
          </a:p>
          <a:p>
            <a:pPr lvl="2" eaLnBrk="1" latinLnBrk="0" hangingPunct="1"/>
            <a:r>
              <a:rPr lang="ko-KR" altLang="en-US" smtClean="0"/>
              <a:t>셋째 수준</a:t>
            </a:r>
          </a:p>
          <a:p>
            <a:pPr lvl="3" eaLnBrk="1" latinLnBrk="0" hangingPunct="1"/>
            <a:r>
              <a:rPr lang="ko-KR" altLang="en-US" smtClean="0"/>
              <a:t>넷째 수준</a:t>
            </a:r>
          </a:p>
          <a:p>
            <a:pPr lvl="4" eaLnBrk="1" latinLnBrk="0" hangingPunct="1"/>
            <a:r>
              <a:rPr lang="ko-KR" altLang="en-US" smtClean="0"/>
              <a:t>다섯째 수준</a:t>
            </a:r>
            <a:endParaRPr kumimoji="0" 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pPr/>
              <a:t>2017-04-10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 bwMode="invGray">
          <a:xfrm>
            <a:off x="6598920" y="0"/>
            <a:ext cx="45720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108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직사각형 7"/>
          <p:cNvSpPr/>
          <p:nvPr/>
        </p:nvSpPr>
        <p:spPr bwMode="ltGray">
          <a:xfrm>
            <a:off x="6647687" y="0"/>
            <a:ext cx="2514601" cy="6858000"/>
          </a:xfrm>
          <a:prstGeom prst="rect">
            <a:avLst/>
          </a:prstGeom>
          <a:solidFill>
            <a:srgbClr val="0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81800" y="274640"/>
            <a:ext cx="1905000" cy="5851525"/>
          </a:xfrm>
        </p:spPr>
        <p:txBody>
          <a:bodyPr vert="eaVert"/>
          <a:lstStyle>
            <a:extLst/>
          </a:lstStyle>
          <a:p>
            <a:r>
              <a:rPr kumimoji="0" lang="ko-KR" altLang="en-US" smtClean="0"/>
              <a:t>마스터 제목 스타일 편집</a:t>
            </a:r>
            <a:endParaRPr kumimoji="0" 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304800"/>
            <a:ext cx="6019800" cy="5851525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ko-KR" altLang="en-US" smtClean="0"/>
              <a:t>마스터 텍스트 스타일을 편집합니다</a:t>
            </a:r>
          </a:p>
          <a:p>
            <a:pPr lvl="1" eaLnBrk="1" latinLnBrk="0" hangingPunct="1"/>
            <a:r>
              <a:rPr lang="ko-KR" altLang="en-US" smtClean="0"/>
              <a:t>둘째 수준</a:t>
            </a:r>
          </a:p>
          <a:p>
            <a:pPr lvl="2" eaLnBrk="1" latinLnBrk="0" hangingPunct="1"/>
            <a:r>
              <a:rPr lang="ko-KR" altLang="en-US" smtClean="0"/>
              <a:t>셋째 수준</a:t>
            </a:r>
          </a:p>
          <a:p>
            <a:pPr lvl="3" eaLnBrk="1" latinLnBrk="0" hangingPunct="1"/>
            <a:r>
              <a:rPr lang="ko-KR" altLang="en-US" smtClean="0"/>
              <a:t>넷째 수준</a:t>
            </a:r>
          </a:p>
          <a:p>
            <a:pPr lvl="4" eaLnBrk="1" latinLnBrk="0" hangingPunct="1"/>
            <a:r>
              <a:rPr lang="ko-KR" altLang="en-US" smtClean="0"/>
              <a:t>다섯째 수준</a:t>
            </a:r>
            <a:endParaRPr kumimoji="0" 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pPr/>
              <a:t>2017-04-10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2640597" y="6377459"/>
            <a:ext cx="3836404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/>
          <p:cNvSpPr/>
          <p:nvPr/>
        </p:nvSpPr>
        <p:spPr bwMode="invGray">
          <a:xfrm>
            <a:off x="0" y="1435895"/>
            <a:ext cx="9144000" cy="4572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7" name="직사각형 6"/>
          <p:cNvSpPr/>
          <p:nvPr/>
        </p:nvSpPr>
        <p:spPr bwMode="ltGray">
          <a:xfrm>
            <a:off x="0" y="0"/>
            <a:ext cx="9143999" cy="1433733"/>
          </a:xfrm>
          <a:prstGeom prst="rect">
            <a:avLst/>
          </a:prstGeom>
          <a:solidFill>
            <a:srgbClr val="0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1251062"/>
          </a:xfrm>
          <a:prstGeom prst="rect">
            <a:avLst/>
          </a:prstGeom>
        </p:spPr>
        <p:txBody>
          <a:bodyPr vert="horz" lIns="91440" rIns="45720" rtlCol="0" anchor="ctr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>
            <a:extLst/>
          </a:lstStyle>
          <a:p>
            <a:r>
              <a:rPr kumimoji="0" lang="ko-KR" altLang="en-US" smtClean="0"/>
              <a:t>마스터 제목 스타일 편집</a:t>
            </a:r>
            <a:endParaRPr kumimoji="0" 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775191"/>
            <a:ext cx="8229600" cy="4625609"/>
          </a:xfrm>
          <a:prstGeom prst="rect">
            <a:avLst/>
          </a:prstGeom>
        </p:spPr>
        <p:txBody>
          <a:bodyPr vert="horz" lIns="54864" tIns="91440" rtlCol="0">
            <a:normAutofit/>
          </a:bodyPr>
          <a:lstStyle>
            <a:extLst/>
          </a:lstStyle>
          <a:p>
            <a:pPr lvl="0" eaLnBrk="1" latinLnBrk="0" hangingPunct="1"/>
            <a:r>
              <a:rPr kumimoji="0" lang="ko-KR" altLang="en-US" smtClean="0"/>
              <a:t>마스터 텍스트 스타일을 편집합니다</a:t>
            </a:r>
          </a:p>
          <a:p>
            <a:pPr lvl="1" eaLnBrk="1" latinLnBrk="0" hangingPunct="1"/>
            <a:r>
              <a:rPr kumimoji="0" lang="ko-KR" altLang="en-US" smtClean="0"/>
              <a:t>둘째 수준</a:t>
            </a:r>
          </a:p>
          <a:p>
            <a:pPr lvl="2" eaLnBrk="1" latinLnBrk="0" hangingPunct="1"/>
            <a:r>
              <a:rPr kumimoji="0" lang="ko-KR" altLang="en-US" smtClean="0"/>
              <a:t>셋째 수준</a:t>
            </a:r>
          </a:p>
          <a:p>
            <a:pPr lvl="3" eaLnBrk="1" latinLnBrk="0" hangingPunct="1"/>
            <a:r>
              <a:rPr kumimoji="0" lang="ko-KR" altLang="en-US" smtClean="0"/>
              <a:t>넷째 수준</a:t>
            </a:r>
          </a:p>
          <a:p>
            <a:pPr lvl="4" eaLnBrk="1" latinLnBrk="0" hangingPunct="1"/>
            <a:r>
              <a:rPr kumimoji="0" lang="ko-KR" altLang="en-US" smtClean="0"/>
              <a:t>다섯째 수준</a:t>
            </a:r>
            <a:endParaRPr kumimoji="0" 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476999"/>
            <a:ext cx="2133600" cy="274320"/>
          </a:xfrm>
          <a:prstGeom prst="rect">
            <a:avLst/>
          </a:prstGeom>
        </p:spPr>
        <p:txBody>
          <a:bodyPr vert="horz" lIns="109728" rIns="45720" bIns="0" rtlCol="0" anchor="b"/>
          <a:lstStyle>
            <a:lvl1pPr algn="l" eaLnBrk="1" latinLnBrk="0" hangingPunct="1">
              <a:defRPr kumimoji="0" sz="1200">
                <a:solidFill>
                  <a:schemeClr val="tx1">
                    <a:tint val="95000"/>
                  </a:schemeClr>
                </a:solidFill>
              </a:defRPr>
            </a:lvl1pPr>
            <a:extLst/>
          </a:lstStyle>
          <a:p>
            <a:fld id="{FB30EDBD-1C2D-4C1E-B459-B60219FAB484}" type="datetimeFigureOut">
              <a:rPr lang="ko-KR" altLang="en-US" smtClean="0"/>
              <a:pPr/>
              <a:t>2017-04-10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2640596" y="6476999"/>
            <a:ext cx="5507719" cy="274320"/>
          </a:xfrm>
          <a:prstGeom prst="rect">
            <a:avLst/>
          </a:prstGeom>
        </p:spPr>
        <p:txBody>
          <a:bodyPr vert="horz" lIns="45720" rIns="45720" bIns="0" rtlCol="0" anchor="b"/>
          <a:lstStyle>
            <a:lvl1pPr algn="l" eaLnBrk="1" latinLnBrk="0" hangingPunct="1">
              <a:defRPr kumimoji="0" sz="1200">
                <a:solidFill>
                  <a:schemeClr val="tx1">
                    <a:tint val="95000"/>
                  </a:schemeClr>
                </a:solidFill>
              </a:defRPr>
            </a:lvl1pPr>
            <a:extLst/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204396" y="6476999"/>
            <a:ext cx="733864" cy="274320"/>
          </a:xfrm>
          <a:prstGeom prst="rect">
            <a:avLst/>
          </a:prstGeom>
        </p:spPr>
        <p:txBody>
          <a:bodyPr vert="horz" bIns="0" rtlCol="0" anchor="b"/>
          <a:lstStyle>
            <a:lvl1pPr algn="r" eaLnBrk="1" latinLnBrk="0" hangingPunct="1">
              <a:defRPr kumimoji="0" sz="1200">
                <a:solidFill>
                  <a:schemeClr val="tx1">
                    <a:tint val="95000"/>
                  </a:schemeClr>
                </a:solidFill>
              </a:defRPr>
            </a:lvl1pPr>
            <a:extLst/>
          </a:lstStyle>
          <a:p>
            <a:fld id="{4BEDD84E-25D4-4983-8AA1-2863C96F08D9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rtl="0" eaLnBrk="1" latinLnBrk="1" hangingPunct="1">
        <a:spcBef>
          <a:spcPct val="0"/>
        </a:spcBef>
        <a:buNone/>
        <a:defRPr kumimoji="0" sz="4500" b="1" kern="1200">
          <a:solidFill>
            <a:schemeClr val="accent1">
              <a:satMod val="150000"/>
            </a:schemeClr>
          </a:solidFill>
          <a:effectLst/>
          <a:latin typeface="+mj-lt"/>
          <a:ea typeface="+mj-ea"/>
          <a:cs typeface="+mj-cs"/>
        </a:defRPr>
      </a:lvl1pPr>
      <a:extLst/>
    </p:titleStyle>
    <p:bodyStyle>
      <a:lvl1pPr marL="438912" indent="-320040" algn="l" rtl="0" eaLnBrk="1" latinLnBrk="1" hangingPunct="1">
        <a:spcBef>
          <a:spcPts val="0"/>
        </a:spcBef>
        <a:buClr>
          <a:schemeClr val="accent1"/>
        </a:buClr>
        <a:buSzPct val="80000"/>
        <a:buFont typeface="Wingdings 2"/>
        <a:buChar char="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31520" indent="-274320" algn="l" rtl="0" eaLnBrk="1" latinLnBrk="1" hangingPunct="1">
        <a:spcBef>
          <a:spcPct val="20000"/>
        </a:spcBef>
        <a:buClr>
          <a:schemeClr val="accent2"/>
        </a:buClr>
        <a:buSzPct val="90000"/>
        <a:buFont typeface="Wingdings"/>
        <a:buChar char="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996696" indent="-228600" algn="l" rtl="0" eaLnBrk="1" latinLnBrk="1" hangingPunct="1">
        <a:spcBef>
          <a:spcPct val="20000"/>
        </a:spcBef>
        <a:buClr>
          <a:schemeClr val="accent3"/>
        </a:buClr>
        <a:buFont typeface="Arial"/>
        <a:buChar char="▪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216152" indent="-182880" algn="l" rtl="0" eaLnBrk="1" latinLnBrk="1" hangingPunct="1">
        <a:spcBef>
          <a:spcPct val="20000"/>
        </a:spcBef>
        <a:buClr>
          <a:schemeClr val="accent4"/>
        </a:buClr>
        <a:buFont typeface="Arial"/>
        <a:buChar char="▪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26464" indent="-182880" algn="l" rtl="0" eaLnBrk="1" latinLnBrk="1" hangingPunct="1">
        <a:spcBef>
          <a:spcPct val="20000"/>
        </a:spcBef>
        <a:buClr>
          <a:schemeClr val="accent5"/>
        </a:buClr>
        <a:buFont typeface="Wingdings 3"/>
        <a:buChar char=""/>
        <a:defRPr kumimoji="0" lang="en-US" sz="20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1627632" indent="-182880" algn="l" rtl="0" eaLnBrk="1" latinLnBrk="1" hangingPunct="1">
        <a:spcBef>
          <a:spcPct val="20000"/>
        </a:spcBef>
        <a:buClr>
          <a:schemeClr val="accent6"/>
        </a:buClr>
        <a:buSzPct val="100000"/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1" hangingPunct="1">
        <a:spcBef>
          <a:spcPct val="20000"/>
        </a:spcBef>
        <a:buClr>
          <a:schemeClr val="accent1"/>
        </a:buClr>
        <a:buSzPct val="100000"/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2029968" indent="-182880" algn="l" rtl="0" eaLnBrk="1" latinLnBrk="1" hangingPunct="1">
        <a:spcBef>
          <a:spcPct val="20000"/>
        </a:spcBef>
        <a:buClr>
          <a:schemeClr val="accent2"/>
        </a:buClr>
        <a:buFont typeface="Wingdings 2" pitchFamily="18" charset="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231136" indent="-182880" algn="l" rtl="0" eaLnBrk="1" latinLnBrk="1" hangingPunct="1">
        <a:spcBef>
          <a:spcPct val="20000"/>
        </a:spcBef>
        <a:buClr>
          <a:schemeClr val="accent3"/>
        </a:buClr>
        <a:buFont typeface="Wingdings 2" pitchFamily="18" charset="2"/>
        <a:buChar char="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1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1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1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1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1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1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1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1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1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 rot="20899632">
            <a:off x="619693" y="2124014"/>
            <a:ext cx="7772400" cy="1470025"/>
          </a:xfrm>
        </p:spPr>
        <p:txBody>
          <a:bodyPr/>
          <a:lstStyle/>
          <a:p>
            <a:r>
              <a:rPr lang="en-US" altLang="ko-KR" b="1" dirty="0" smtClean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Schbook BT" pitchFamily="2" charset="0"/>
              </a:rPr>
              <a:t>What is Quick sort?</a:t>
            </a:r>
            <a:endParaRPr lang="ko-KR" altLang="en-US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Schbook BT" pitchFamily="2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796136" y="5651956"/>
            <a:ext cx="244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>
                <a:solidFill>
                  <a:schemeClr val="bg2">
                    <a:lumMod val="50000"/>
                  </a:schemeClr>
                </a:solidFill>
                <a:latin typeface="HY견명조" pitchFamily="18" charset="-127"/>
                <a:ea typeface="HY견명조" pitchFamily="18" charset="-127"/>
              </a:rPr>
              <a:t>4</a:t>
            </a:r>
            <a:r>
              <a:rPr lang="ko-KR" altLang="en-US" b="1" dirty="0" smtClean="0">
                <a:solidFill>
                  <a:schemeClr val="bg2">
                    <a:lumMod val="50000"/>
                  </a:schemeClr>
                </a:solidFill>
                <a:latin typeface="HY견명조" pitchFamily="18" charset="-127"/>
                <a:ea typeface="HY견명조" pitchFamily="18" charset="-127"/>
              </a:rPr>
              <a:t>조 손유철</a:t>
            </a:r>
            <a:r>
              <a:rPr lang="en-US" altLang="ko-KR" b="1" dirty="0" smtClean="0">
                <a:solidFill>
                  <a:schemeClr val="bg2">
                    <a:lumMod val="50000"/>
                  </a:schemeClr>
                </a:solidFill>
                <a:latin typeface="HY견명조" pitchFamily="18" charset="-127"/>
                <a:ea typeface="HY견명조" pitchFamily="18" charset="-127"/>
              </a:rPr>
              <a:t>, </a:t>
            </a:r>
            <a:r>
              <a:rPr lang="ko-KR" altLang="en-US" b="1" dirty="0" smtClean="0">
                <a:solidFill>
                  <a:schemeClr val="bg2">
                    <a:lumMod val="50000"/>
                  </a:schemeClr>
                </a:solidFill>
                <a:latin typeface="HY견명조" pitchFamily="18" charset="-127"/>
                <a:ea typeface="HY견명조" pitchFamily="18" charset="-127"/>
              </a:rPr>
              <a:t>김민서</a:t>
            </a:r>
            <a:endParaRPr lang="ko-KR" altLang="en-US" b="1" dirty="0">
              <a:solidFill>
                <a:schemeClr val="bg2">
                  <a:lumMod val="50000"/>
                </a:schemeClr>
              </a:solidFill>
              <a:latin typeface="HY견명조" pitchFamily="18" charset="-127"/>
              <a:ea typeface="HY견명조" pitchFamily="18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목차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 smtClean="0">
                <a:latin typeface="HY견고딕" pitchFamily="18" charset="-127"/>
                <a:ea typeface="HY견고딕" pitchFamily="18" charset="-127"/>
              </a:rPr>
              <a:t>정렬 알고리즘 </a:t>
            </a:r>
            <a:r>
              <a:rPr lang="ko-KR" altLang="en-US" dirty="0" smtClean="0">
                <a:latin typeface="HY견고딕" pitchFamily="18" charset="-127"/>
                <a:ea typeface="HY견고딕" pitchFamily="18" charset="-127"/>
              </a:rPr>
              <a:t>비교</a:t>
            </a:r>
            <a:endParaRPr lang="en-US" altLang="ko-KR" dirty="0" smtClean="0">
              <a:latin typeface="HY견고딕" pitchFamily="18" charset="-127"/>
              <a:ea typeface="HY견고딕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dirty="0" smtClean="0">
                <a:latin typeface="HY견고딕" pitchFamily="18" charset="-127"/>
                <a:ea typeface="HY견고딕" pitchFamily="18" charset="-127"/>
              </a:rPr>
              <a:t>C </a:t>
            </a:r>
            <a:r>
              <a:rPr lang="ko-KR" altLang="en-US" dirty="0" smtClean="0">
                <a:latin typeface="HY견고딕" pitchFamily="18" charset="-127"/>
                <a:ea typeface="HY견고딕" pitchFamily="18" charset="-127"/>
              </a:rPr>
              <a:t>소</a:t>
            </a:r>
            <a:r>
              <a:rPr lang="ko-KR" altLang="en-US" dirty="0" smtClean="0">
                <a:latin typeface="HY견고딕" pitchFamily="18" charset="-127"/>
                <a:ea typeface="HY견고딕" pitchFamily="18" charset="-127"/>
              </a:rPr>
              <a:t>스</a:t>
            </a:r>
            <a:endParaRPr lang="en-US" altLang="ko-KR" dirty="0" smtClean="0">
              <a:latin typeface="HY견고딕" pitchFamily="18" charset="-127"/>
              <a:ea typeface="HY견고딕" pitchFamily="18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내용 개체 틀 7"/>
          <p:cNvGraphicFramePr>
            <a:graphicFrameLocks noGrp="1"/>
          </p:cNvGraphicFramePr>
          <p:nvPr>
            <p:ph idx="1"/>
          </p:nvPr>
        </p:nvGraphicFramePr>
        <p:xfrm>
          <a:off x="0" y="1"/>
          <a:ext cx="9144000" cy="6935843"/>
        </p:xfrm>
        <a:graphic>
          <a:graphicData uri="http://schemas.openxmlformats.org/drawingml/2006/table">
            <a:tbl>
              <a:tblPr firstRow="1" firstCol="1">
                <a:tableStyleId>{2A488322-F2BA-4B5B-9748-0D474271808F}</a:tableStyleId>
              </a:tblPr>
              <a:tblGrid>
                <a:gridCol w="1976485"/>
                <a:gridCol w="7167515"/>
              </a:tblGrid>
              <a:tr h="5597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100" b="1" dirty="0" smtClean="0">
                          <a:solidFill>
                            <a:schemeClr val="tx1"/>
                          </a:solidFill>
                          <a:latin typeface="HY견고딕" pitchFamily="18" charset="-127"/>
                          <a:ea typeface="HY견고딕" pitchFamily="18" charset="-127"/>
                        </a:rPr>
                        <a:t>방법</a:t>
                      </a:r>
                      <a:endParaRPr lang="en-US" altLang="ko-KR" sz="2100" b="1" dirty="0" smtClean="0">
                        <a:solidFill>
                          <a:schemeClr val="tx1"/>
                        </a:solidFill>
                        <a:latin typeface="HY견고딕" pitchFamily="18" charset="-127"/>
                        <a:ea typeface="HY견고딕" pitchFamily="18" charset="-127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 smtClean="0">
                          <a:solidFill>
                            <a:schemeClr val="tx1"/>
                          </a:solidFill>
                          <a:latin typeface="HY견고딕" pitchFamily="18" charset="-127"/>
                          <a:ea typeface="HY견고딕" pitchFamily="18" charset="-127"/>
                        </a:rPr>
                        <a:t>특징</a:t>
                      </a:r>
                      <a:endParaRPr lang="ko-KR" altLang="en-US" sz="2400" dirty="0">
                        <a:solidFill>
                          <a:schemeClr val="tx1"/>
                        </a:solidFill>
                        <a:latin typeface="HY견고딕" pitchFamily="18" charset="-127"/>
                        <a:ea typeface="HY견고딕" pitchFamily="18" charset="-127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8294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100" b="1" kern="1200" spc="40" dirty="0" smtClean="0">
                          <a:solidFill>
                            <a:schemeClr val="tx1"/>
                          </a:solidFill>
                          <a:effectLst/>
                          <a:latin typeface="Franklin Gothic Demi Cond" pitchFamily="34" charset="0"/>
                        </a:rPr>
                        <a:t>Bubble</a:t>
                      </a:r>
                      <a:r>
                        <a:rPr lang="en-US" altLang="ko-KR" sz="2100" b="1" kern="1200" spc="40" baseline="0" dirty="0" smtClean="0">
                          <a:solidFill>
                            <a:schemeClr val="tx1"/>
                          </a:solidFill>
                          <a:effectLst/>
                          <a:latin typeface="Franklin Gothic Demi Cond" pitchFamily="34" charset="0"/>
                        </a:rPr>
                        <a:t> sort</a:t>
                      </a:r>
                      <a:endParaRPr lang="ko-KR" altLang="en-US" sz="2100" b="1" kern="1200" spc="40" dirty="0">
                        <a:solidFill>
                          <a:schemeClr val="tx1"/>
                        </a:solidFill>
                        <a:effectLst/>
                        <a:latin typeface="Franklin Gothic Demi Cond" pitchFamily="34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 smtClean="0"/>
                        <a:t>데이터</a:t>
                      </a:r>
                      <a:r>
                        <a:rPr lang="ko-KR" altLang="en-US" sz="2000" baseline="0" dirty="0" smtClean="0"/>
                        <a:t> 수가 적을 때 효율적</a:t>
                      </a:r>
                      <a:endParaRPr lang="en-US" altLang="ko-KR" sz="2000" baseline="0" dirty="0" smtClean="0"/>
                    </a:p>
                    <a:p>
                      <a:pPr algn="ctr" latinLnBrk="1"/>
                      <a:r>
                        <a:rPr lang="ko-KR" altLang="en-US" sz="2000" baseline="0" dirty="0" smtClean="0"/>
                        <a:t>거의 정렬이 돼있지 않을 때는 비효율적</a:t>
                      </a:r>
                      <a:endParaRPr lang="ko-KR" altLang="en-US" sz="2000" dirty="0"/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8294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100" b="1" spc="40" dirty="0" smtClean="0">
                          <a:solidFill>
                            <a:schemeClr val="tx1"/>
                          </a:solidFill>
                          <a:latin typeface="Franklin Gothic Demi Cond" pitchFamily="34" charset="0"/>
                        </a:rPr>
                        <a:t>Selection sort</a:t>
                      </a:r>
                      <a:endParaRPr lang="ko-KR" altLang="en-US" sz="2100" b="1" spc="40" dirty="0">
                        <a:solidFill>
                          <a:schemeClr val="tx1"/>
                        </a:solidFill>
                        <a:latin typeface="Franklin Gothic Demi Cond" pitchFamily="34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 smtClean="0"/>
                        <a:t>데이터 수가 적을 때 효율적</a:t>
                      </a:r>
                      <a:endParaRPr lang="en-US" altLang="ko-KR" sz="2000" dirty="0" smtClean="0">
                        <a:latin typeface="Franklin Gothic Medium" pitchFamily="34" charset="0"/>
                      </a:endParaRPr>
                    </a:p>
                    <a:p>
                      <a:pPr algn="ctr" latinLnBrk="1"/>
                      <a:r>
                        <a:rPr lang="en-US" altLang="ko-KR" sz="2000" dirty="0" smtClean="0">
                          <a:latin typeface="Franklin Gothic Medium" pitchFamily="34" charset="0"/>
                        </a:rPr>
                        <a:t>Bubble</a:t>
                      </a:r>
                      <a:r>
                        <a:rPr lang="en-US" altLang="ko-KR" sz="2000" baseline="0" dirty="0" smtClean="0">
                          <a:latin typeface="Franklin Gothic Medium" pitchFamily="34" charset="0"/>
                        </a:rPr>
                        <a:t> sort</a:t>
                      </a:r>
                      <a:r>
                        <a:rPr lang="ko-KR" altLang="en-US" sz="2000" baseline="0" dirty="0" smtClean="0"/>
                        <a:t>보</a:t>
                      </a:r>
                      <a:r>
                        <a:rPr lang="ko-KR" altLang="en-US" sz="2000" dirty="0" smtClean="0"/>
                        <a:t>다 데이터 이동 횟수가 적음</a:t>
                      </a:r>
                      <a:endParaRPr lang="ko-KR" altLang="en-US" sz="2000" dirty="0"/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8294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100" b="1" spc="40" dirty="0" smtClean="0">
                          <a:solidFill>
                            <a:schemeClr val="tx1"/>
                          </a:solidFill>
                          <a:latin typeface="Franklin Gothic Demi Cond" pitchFamily="34" charset="0"/>
                        </a:rPr>
                        <a:t>Insert sort</a:t>
                      </a:r>
                      <a:endParaRPr lang="ko-KR" altLang="en-US" sz="2100" b="1" spc="40" dirty="0">
                        <a:solidFill>
                          <a:schemeClr val="tx1"/>
                        </a:solidFill>
                        <a:latin typeface="Franklin Gothic Demi Cond" pitchFamily="34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6CC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 smtClean="0"/>
                        <a:t>데이터의 수가 적고 어느 정도 정렬되었을 때</a:t>
                      </a:r>
                      <a:r>
                        <a:rPr lang="ko-KR" altLang="en-US" sz="2000" baseline="0" dirty="0" smtClean="0"/>
                        <a:t> 효율적</a:t>
                      </a:r>
                      <a:endParaRPr lang="en-US" altLang="ko-KR" sz="2000" baseline="0" dirty="0" smtClean="0"/>
                    </a:p>
                    <a:p>
                      <a:pPr algn="ctr" latinLnBrk="1"/>
                      <a:r>
                        <a:rPr lang="ko-KR" altLang="en-US" sz="2000" dirty="0" smtClean="0"/>
                        <a:t>데이터 수가 많을 때 매우 비효율적</a:t>
                      </a:r>
                      <a:endParaRPr lang="ko-KR" altLang="en-US" sz="2000" dirty="0"/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6CCFF"/>
                    </a:solidFill>
                  </a:tcPr>
                </a:tc>
              </a:tr>
              <a:tr h="8294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100" b="1" spc="40" dirty="0" smtClean="0">
                          <a:solidFill>
                            <a:schemeClr val="tx1"/>
                          </a:solidFill>
                          <a:latin typeface="Franklin Gothic Demi Cond" pitchFamily="34" charset="0"/>
                        </a:rPr>
                        <a:t>Shell</a:t>
                      </a:r>
                      <a:r>
                        <a:rPr lang="ko-KR" altLang="en-US" sz="2100" b="1" spc="40" dirty="0" smtClean="0">
                          <a:solidFill>
                            <a:schemeClr val="tx1"/>
                          </a:solidFill>
                          <a:latin typeface="Franklin Gothic Demi Cond" pitchFamily="34" charset="0"/>
                        </a:rPr>
                        <a:t> </a:t>
                      </a:r>
                      <a:r>
                        <a:rPr lang="en-US" altLang="ko-KR" sz="2100" b="1" spc="40" dirty="0" smtClean="0">
                          <a:solidFill>
                            <a:schemeClr val="tx1"/>
                          </a:solidFill>
                          <a:latin typeface="Franklin Gothic Demi Cond" pitchFamily="34" charset="0"/>
                        </a:rPr>
                        <a:t>sort</a:t>
                      </a:r>
                      <a:endParaRPr lang="ko-KR" altLang="en-US" sz="2100" b="1" spc="40" dirty="0">
                        <a:solidFill>
                          <a:schemeClr val="tx1"/>
                        </a:solidFill>
                        <a:latin typeface="Franklin Gothic Demi Cond" pitchFamily="34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6CC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 smtClean="0">
                          <a:latin typeface="Franklin Gothic Medium" pitchFamily="34" charset="0"/>
                        </a:rPr>
                        <a:t>Insert</a:t>
                      </a:r>
                      <a:r>
                        <a:rPr lang="en-US" altLang="ko-KR" sz="2000" baseline="0" dirty="0" smtClean="0">
                          <a:latin typeface="Franklin Gothic Medium" pitchFamily="34" charset="0"/>
                        </a:rPr>
                        <a:t> sort</a:t>
                      </a:r>
                      <a:r>
                        <a:rPr lang="ko-KR" altLang="en-US" sz="2000" dirty="0" smtClean="0"/>
                        <a:t>의 비정렬 데이터 문제를 해결하기 위한 방법</a:t>
                      </a:r>
                      <a:endParaRPr lang="en-US" altLang="ko-KR" sz="2000" dirty="0" smtClean="0"/>
                    </a:p>
                    <a:p>
                      <a:pPr algn="ctr" latinLnBrk="1"/>
                      <a:r>
                        <a:rPr lang="ko-KR" altLang="en-US" sz="2000" dirty="0" smtClean="0"/>
                        <a:t>데이터의 수가 크지 않을</a:t>
                      </a:r>
                      <a:r>
                        <a:rPr lang="ko-KR" altLang="en-US" sz="2000" baseline="0" dirty="0" smtClean="0"/>
                        <a:t> 때 효율적</a:t>
                      </a:r>
                      <a:endParaRPr lang="ko-KR" altLang="en-US" sz="2000" dirty="0"/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6CCFF"/>
                    </a:solidFill>
                  </a:tcPr>
                </a:tc>
              </a:tr>
              <a:tr h="745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b="1" spc="40" dirty="0" smtClean="0">
                          <a:solidFill>
                            <a:schemeClr val="tx1"/>
                          </a:solidFill>
                          <a:latin typeface="Franklin Gothic Demi Cond" pitchFamily="34" charset="0"/>
                        </a:rPr>
                        <a:t>Quick</a:t>
                      </a:r>
                      <a:r>
                        <a:rPr lang="en-US" altLang="ko-KR" sz="2800" b="1" spc="40" baseline="0" dirty="0" smtClean="0">
                          <a:solidFill>
                            <a:schemeClr val="tx1"/>
                          </a:solidFill>
                          <a:latin typeface="Franklin Gothic Demi Cond" pitchFamily="34" charset="0"/>
                        </a:rPr>
                        <a:t> sort</a:t>
                      </a:r>
                      <a:endParaRPr lang="ko-KR" altLang="en-US" sz="2800" b="1" spc="40" dirty="0">
                        <a:solidFill>
                          <a:schemeClr val="tx1"/>
                        </a:solidFill>
                        <a:latin typeface="Franklin Gothic Demi Cond" pitchFamily="34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 smtClean="0">
                          <a:latin typeface="HY헤드라인M" pitchFamily="18" charset="-127"/>
                          <a:ea typeface="HY헤드라인M" pitchFamily="18" charset="-127"/>
                        </a:rPr>
                        <a:t>평균적으로 가장 좋은 성능</a:t>
                      </a:r>
                      <a:endParaRPr lang="en-US" altLang="ko-KR" sz="2400" dirty="0" smtClean="0">
                        <a:latin typeface="HY헤드라인M" pitchFamily="18" charset="-127"/>
                        <a:ea typeface="HY헤드라인M" pitchFamily="18" charset="-127"/>
                      </a:endParaRPr>
                    </a:p>
                    <a:p>
                      <a:pPr algn="ctr" latinLnBrk="1"/>
                      <a:r>
                        <a:rPr lang="ko-KR" altLang="en-US" sz="2400" dirty="0" smtClean="0">
                          <a:latin typeface="HY헤드라인M" pitchFamily="18" charset="-127"/>
                          <a:ea typeface="HY헤드라인M" pitchFamily="18" charset="-127"/>
                        </a:rPr>
                        <a:t>재귀호출 사용</a:t>
                      </a:r>
                      <a:endParaRPr lang="en-US" altLang="ko-KR" sz="2400" dirty="0" smtClean="0">
                        <a:latin typeface="HY헤드라인M" pitchFamily="18" charset="-127"/>
                        <a:ea typeface="HY헤드라인M" pitchFamily="18" charset="-127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745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100" b="1" spc="40" dirty="0" smtClean="0">
                          <a:solidFill>
                            <a:schemeClr val="tx1"/>
                          </a:solidFill>
                          <a:latin typeface="Franklin Gothic Demi Cond" pitchFamily="34" charset="0"/>
                        </a:rPr>
                        <a:t>Merge</a:t>
                      </a:r>
                      <a:r>
                        <a:rPr lang="en-US" altLang="ko-KR" sz="2100" b="1" spc="40" baseline="0" dirty="0" smtClean="0">
                          <a:solidFill>
                            <a:schemeClr val="tx1"/>
                          </a:solidFill>
                          <a:latin typeface="Franklin Gothic Demi Cond" pitchFamily="34" charset="0"/>
                        </a:rPr>
                        <a:t> sort</a:t>
                      </a:r>
                      <a:endParaRPr lang="ko-KR" altLang="en-US" sz="2100" b="1" spc="40" dirty="0">
                        <a:solidFill>
                          <a:schemeClr val="tx1"/>
                        </a:solidFill>
                        <a:latin typeface="Franklin Gothic Demi Cond" pitchFamily="34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 smtClean="0"/>
                        <a:t>데이터 구성에 관계없이 좋은 성능</a:t>
                      </a:r>
                      <a:r>
                        <a:rPr lang="en-US" altLang="ko-KR" sz="2000" dirty="0" smtClean="0"/>
                        <a:t>,</a:t>
                      </a:r>
                      <a:r>
                        <a:rPr lang="ko-KR" altLang="en-US" sz="2000" dirty="0" smtClean="0"/>
                        <a:t> 많은 메모리</a:t>
                      </a:r>
                      <a:r>
                        <a:rPr lang="ko-KR" altLang="en-US" sz="2000" baseline="0" dirty="0" smtClean="0"/>
                        <a:t> 필요</a:t>
                      </a:r>
                      <a:endParaRPr lang="en-US" altLang="ko-KR" sz="2000" baseline="0" dirty="0" smtClean="0"/>
                    </a:p>
                    <a:p>
                      <a:pPr algn="ctr" latinLnBrk="1"/>
                      <a:r>
                        <a:rPr lang="ko-KR" altLang="en-US" sz="2000" baseline="0" dirty="0" smtClean="0"/>
                        <a:t>재귀호출 사용</a:t>
                      </a:r>
                      <a:endParaRPr lang="en-US" altLang="ko-KR" sz="2000" baseline="0" dirty="0" smtClean="0"/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745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100" b="1" spc="40" dirty="0" smtClean="0">
                          <a:solidFill>
                            <a:schemeClr val="tx1"/>
                          </a:solidFill>
                          <a:latin typeface="Franklin Gothic Demi Cond" pitchFamily="34" charset="0"/>
                        </a:rPr>
                        <a:t>Harp</a:t>
                      </a:r>
                      <a:r>
                        <a:rPr lang="en-US" altLang="ko-KR" sz="2100" b="1" spc="40" baseline="0" dirty="0" smtClean="0">
                          <a:solidFill>
                            <a:schemeClr val="tx1"/>
                          </a:solidFill>
                          <a:latin typeface="Franklin Gothic Demi Cond" pitchFamily="34" charset="0"/>
                        </a:rPr>
                        <a:t> sort</a:t>
                      </a:r>
                      <a:endParaRPr lang="ko-KR" altLang="en-US" sz="2100" b="1" spc="40" dirty="0">
                        <a:solidFill>
                          <a:schemeClr val="tx1"/>
                        </a:solidFill>
                        <a:latin typeface="Franklin Gothic Demi Cond" pitchFamily="34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 smtClean="0"/>
                        <a:t>완전</a:t>
                      </a:r>
                      <a:r>
                        <a:rPr lang="en-US" altLang="ko-KR" sz="2000" dirty="0" smtClean="0"/>
                        <a:t>2</a:t>
                      </a:r>
                      <a:r>
                        <a:rPr lang="ko-KR" altLang="en-US" sz="2000" dirty="0" err="1" smtClean="0"/>
                        <a:t>진트리</a:t>
                      </a:r>
                      <a:r>
                        <a:rPr lang="ko-KR" altLang="en-US" sz="2000" dirty="0" smtClean="0"/>
                        <a:t> 이용</a:t>
                      </a:r>
                      <a:r>
                        <a:rPr lang="en-US" altLang="ko-KR" sz="2000" dirty="0" smtClean="0"/>
                        <a:t>, </a:t>
                      </a:r>
                      <a:r>
                        <a:rPr lang="ko-KR" altLang="en-US" sz="2000" dirty="0" smtClean="0"/>
                        <a:t>뛰어난 성능</a:t>
                      </a:r>
                      <a:endParaRPr lang="en-US" altLang="ko-KR" sz="2000" dirty="0" smtClean="0"/>
                    </a:p>
                    <a:p>
                      <a:pPr algn="ctr" latinLnBrk="1"/>
                      <a:r>
                        <a:rPr lang="ko-KR" altLang="en-US" sz="2000" dirty="0" smtClean="0"/>
                        <a:t>안정성 보장 </a:t>
                      </a:r>
                      <a:r>
                        <a:rPr lang="en-US" altLang="ko-KR" sz="2000" b="1" dirty="0" smtClean="0">
                          <a:latin typeface="Arial Unicode MS" pitchFamily="50" charset="-127"/>
                          <a:ea typeface="Arial Unicode MS" pitchFamily="50" charset="-127"/>
                          <a:cs typeface="Arial Unicode MS" pitchFamily="50" charset="-127"/>
                        </a:rPr>
                        <a:t>X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</a:tr>
              <a:tr h="745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100" b="1" spc="40" baseline="0" dirty="0" smtClean="0">
                          <a:solidFill>
                            <a:schemeClr val="tx1"/>
                          </a:solidFill>
                          <a:latin typeface="Franklin Gothic Demi Cond" pitchFamily="34" charset="0"/>
                        </a:rPr>
                        <a:t>Radix sort</a:t>
                      </a:r>
                      <a:endParaRPr lang="ko-KR" altLang="en-US" sz="2100" b="1" spc="40" dirty="0">
                        <a:solidFill>
                          <a:schemeClr val="tx1"/>
                        </a:solidFill>
                        <a:latin typeface="Franklin Gothic Demi Cond" pitchFamily="34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 smtClean="0"/>
                        <a:t>정수로 표현될 수 있는 데이터에 대해 비교연산</a:t>
                      </a:r>
                      <a:r>
                        <a:rPr lang="ko-KR" altLang="en-US" sz="2000" baseline="0" dirty="0" smtClean="0"/>
                        <a:t> 없이</a:t>
                      </a:r>
                      <a:endParaRPr lang="en-US" altLang="ko-KR" sz="2000" baseline="0" dirty="0" smtClean="0"/>
                    </a:p>
                    <a:p>
                      <a:pPr algn="ctr" latinLnBrk="1"/>
                      <a:r>
                        <a:rPr lang="ko-KR" altLang="en-US" sz="2000" baseline="0" dirty="0" smtClean="0"/>
                        <a:t>단순한 분배와 취합으로 실행</a:t>
                      </a:r>
                      <a:r>
                        <a:rPr lang="en-US" altLang="ko-KR" sz="2000" baseline="0" dirty="0" smtClean="0"/>
                        <a:t>, </a:t>
                      </a:r>
                      <a:r>
                        <a:rPr lang="ko-KR" altLang="en-US" sz="2000" baseline="0" dirty="0" smtClean="0"/>
                        <a:t>많은 메모리 필요</a:t>
                      </a:r>
                      <a:endParaRPr lang="ko-KR" altLang="en-US" sz="2000" dirty="0"/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특징</a:t>
            </a:r>
            <a:endParaRPr lang="ko-KR" altLang="en-US"/>
          </a:p>
        </p:txBody>
      </p:sp>
      <p:pic>
        <p:nvPicPr>
          <p:cNvPr id="4" name="내용 개체 틀 3" descr="images.jp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5220072" y="1988840"/>
            <a:ext cx="3711015" cy="3425552"/>
          </a:xfrm>
        </p:spPr>
      </p:pic>
      <p:sp>
        <p:nvSpPr>
          <p:cNvPr id="5" name="TextBox 4"/>
          <p:cNvSpPr txBox="1"/>
          <p:nvPr/>
        </p:nvSpPr>
        <p:spPr>
          <a:xfrm>
            <a:off x="251520" y="1700808"/>
            <a:ext cx="5400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 smtClean="0">
                <a:latin typeface="HY견고딕" pitchFamily="18" charset="-127"/>
                <a:ea typeface="HY견고딕" pitchFamily="18" charset="-127"/>
              </a:rPr>
              <a:t>평균적으로 최고의 효율을 보인다</a:t>
            </a:r>
            <a:r>
              <a:rPr lang="en-US" altLang="ko-KR" sz="2400" dirty="0" smtClean="0">
                <a:latin typeface="HY견고딕" pitchFamily="18" charset="-127"/>
                <a:ea typeface="HY견고딕" pitchFamily="18" charset="-127"/>
              </a:rPr>
              <a:t>.</a:t>
            </a:r>
            <a:endParaRPr lang="ko-KR" altLang="en-US" sz="2400" dirty="0">
              <a:latin typeface="HY견고딕" pitchFamily="18" charset="-127"/>
              <a:ea typeface="HY견고딕" pitchFamily="18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51520" y="2348880"/>
            <a:ext cx="5400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 smtClean="0">
                <a:latin typeface="HY견고딕" pitchFamily="18" charset="-127"/>
                <a:ea typeface="HY견고딕" pitchFamily="18" charset="-127"/>
              </a:rPr>
              <a:t>많이 사용된다</a:t>
            </a:r>
            <a:r>
              <a:rPr lang="en-US" altLang="ko-KR" sz="2400" dirty="0" smtClean="0">
                <a:latin typeface="HY견고딕" pitchFamily="18" charset="-127"/>
                <a:ea typeface="HY견고딕" pitchFamily="18" charset="-127"/>
              </a:rPr>
              <a:t>.</a:t>
            </a:r>
            <a:endParaRPr lang="ko-KR" altLang="en-US" sz="2400" dirty="0">
              <a:latin typeface="HY견고딕" pitchFamily="18" charset="-127"/>
              <a:ea typeface="HY견고딕" pitchFamily="18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Quick sort</a:t>
            </a:r>
            <a:endParaRPr lang="ko-KR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11560" y="2636912"/>
            <a:ext cx="194421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noAutofit/>
          </a:bodyPr>
          <a:lstStyle/>
          <a:p>
            <a:pPr algn="ctr"/>
            <a:endParaRPr lang="ko-KR" alt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모듈">
  <a:themeElements>
    <a:clrScheme name="모듈">
      <a:dk1>
        <a:sysClr val="windowText" lastClr="000000"/>
      </a:dk1>
      <a:lt1>
        <a:sysClr val="window" lastClr="FFFFFF"/>
      </a:lt1>
      <a:dk2>
        <a:srgbClr val="5A6378"/>
      </a:dk2>
      <a:lt2>
        <a:srgbClr val="D4D4D6"/>
      </a:lt2>
      <a:accent1>
        <a:srgbClr val="F0AD00"/>
      </a:accent1>
      <a:accent2>
        <a:srgbClr val="60B5CC"/>
      </a:accent2>
      <a:accent3>
        <a:srgbClr val="E66C7D"/>
      </a:accent3>
      <a:accent4>
        <a:srgbClr val="6BB76D"/>
      </a:accent4>
      <a:accent5>
        <a:srgbClr val="E88651"/>
      </a:accent5>
      <a:accent6>
        <a:srgbClr val="C64847"/>
      </a:accent6>
      <a:hlink>
        <a:srgbClr val="168BBA"/>
      </a:hlink>
      <a:folHlink>
        <a:srgbClr val="680000"/>
      </a:folHlink>
    </a:clrScheme>
    <a:fontScheme name="모듈">
      <a:majorFont>
        <a:latin typeface="Corbel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Corbel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모듈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47500"/>
                <a:satMod val="137000"/>
              </a:schemeClr>
            </a:gs>
            <a:gs pos="55000">
              <a:schemeClr val="phClr">
                <a:shade val="69000"/>
                <a:satMod val="137000"/>
              </a:schemeClr>
            </a:gs>
            <a:gs pos="100000">
              <a:schemeClr val="phClr">
                <a:shade val="98000"/>
                <a:satMod val="137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300000"/>
              </a:schemeClr>
            </a:gs>
            <a:gs pos="12000">
              <a:schemeClr val="phClr">
                <a:tint val="48000"/>
                <a:satMod val="300000"/>
              </a:schemeClr>
            </a:gs>
            <a:gs pos="20000">
              <a:schemeClr val="phClr">
                <a:tint val="49000"/>
                <a:satMod val="30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10000" t="-25000" r="10000" b="125000"/>
          </a:path>
        </a:gradFill>
        <a:blipFill>
          <a:blip xmlns:r="http://schemas.openxmlformats.org/officeDocument/2006/relationships" r:embed="rId1">
            <a:duotone>
              <a:schemeClr val="phClr">
                <a:shade val="75000"/>
                <a:satMod val="105000"/>
              </a:schemeClr>
              <a:schemeClr val="phClr">
                <a:tint val="95000"/>
                <a:satMod val="105000"/>
              </a:schemeClr>
            </a:duotone>
          </a:blip>
          <a:tile tx="0" ty="0" sx="38000" sy="38000" flip="none" algn="tl"/>
        </a:blip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sz="2400" dirty="0" smtClean="0">
            <a:latin typeface="HY견고딕" pitchFamily="18" charset="-127"/>
            <a:ea typeface="HY견고딕" pitchFamily="18" charset="-127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Module</Template>
  <TotalTime>193</TotalTime>
  <Words>140</Words>
  <Application>Microsoft Office PowerPoint</Application>
  <PresentationFormat>화면 슬라이드 쇼(4:3)</PresentationFormat>
  <Paragraphs>35</Paragraphs>
  <Slides>5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6" baseType="lpstr">
      <vt:lpstr>모듈</vt:lpstr>
      <vt:lpstr>What is Quick sort?</vt:lpstr>
      <vt:lpstr>목차</vt:lpstr>
      <vt:lpstr>슬라이드 3</vt:lpstr>
      <vt:lpstr>특징</vt:lpstr>
      <vt:lpstr>Quick sort</vt:lpstr>
    </vt:vector>
  </TitlesOfParts>
  <Company>R&amp;D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퀵 정렬</dc:title>
  <dc:creator>Microsoft Corporation</dc:creator>
  <cp:lastModifiedBy>Son</cp:lastModifiedBy>
  <cp:revision>25</cp:revision>
  <dcterms:created xsi:type="dcterms:W3CDTF">2006-10-05T04:04:58Z</dcterms:created>
  <dcterms:modified xsi:type="dcterms:W3CDTF">2017-04-09T17:03:38Z</dcterms:modified>
</cp:coreProperties>
</file>