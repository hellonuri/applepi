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64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2017-04-06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2017-04-06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pPr/>
              <a:t>2017-04-06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0</Words>
  <Application>Microsoft Office PowerPoint</Application>
  <PresentationFormat>화면 슬라이드 쇼(4:3)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0</vt:i4>
      </vt:variant>
    </vt:vector>
  </HeadingPairs>
  <TitlesOfParts>
    <vt:vector size="1" baseType="lpstr">
      <vt:lpstr>Office 테마</vt:lpstr>
    </vt:vector>
  </TitlesOfParts>
  <Company>R&amp;D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Corporation</dc:creator>
  <cp:lastModifiedBy>Son</cp:lastModifiedBy>
  <cp:revision>1</cp:revision>
  <dcterms:created xsi:type="dcterms:W3CDTF">2006-10-05T04:04:58Z</dcterms:created>
  <dcterms:modified xsi:type="dcterms:W3CDTF">2017-04-05T15:15:25Z</dcterms:modified>
</cp:coreProperties>
</file>