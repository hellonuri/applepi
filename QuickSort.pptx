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77777"/>
    <a:srgbClr val="99FF99"/>
    <a:srgbClr val="66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38B1855-1B75-4FBE-930C-398BA8C253C6}" styleName="테마 스타일 2 - 강조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A488322-F2BA-4B5B-9748-0D474271808F}" styleName="보통 스타일 3 - 강조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452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2017-04-06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2017-04-06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2017-04-06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2017-04-06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2017-04-06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2017-04-06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2017-04-06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2017-04-06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2017-04-06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2017-04-06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2017-04-06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pPr/>
              <a:t>2017-04-06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smtClean="0"/>
              <a:t>정</a:t>
            </a:r>
            <a:r>
              <a:rPr lang="ko-KR" altLang="en-US" dirty="0" smtClean="0"/>
              <a:t>렬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목차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정렬 알고리즘 특징</a:t>
            </a:r>
            <a:endParaRPr lang="en-US" altLang="ko-KR" dirty="0" smtClean="0"/>
          </a:p>
          <a:p>
            <a:r>
              <a:rPr lang="ko-KR" altLang="en-US" dirty="0" smtClean="0"/>
              <a:t>재귀함수</a:t>
            </a:r>
            <a:endParaRPr lang="en-US" altLang="ko-KR" dirty="0" smtClean="0"/>
          </a:p>
          <a:p>
            <a:r>
              <a:rPr lang="ko-KR" altLang="en-US" dirty="0" err="1" smtClean="0"/>
              <a:t>퀵</a:t>
            </a:r>
            <a:r>
              <a:rPr lang="ko-KR" altLang="en-US" dirty="0" smtClean="0"/>
              <a:t> 정렬 알고리즘</a:t>
            </a:r>
            <a:endParaRPr lang="en-US" altLang="ko-KR" dirty="0" smtClean="0"/>
          </a:p>
          <a:p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내용 개체 틀 7"/>
          <p:cNvGraphicFramePr>
            <a:graphicFrameLocks noGrp="1"/>
          </p:cNvGraphicFramePr>
          <p:nvPr>
            <p:ph idx="1"/>
          </p:nvPr>
        </p:nvGraphicFramePr>
        <p:xfrm>
          <a:off x="0" y="1"/>
          <a:ext cx="9144000" cy="6857999"/>
        </p:xfrm>
        <a:graphic>
          <a:graphicData uri="http://schemas.openxmlformats.org/drawingml/2006/table">
            <a:tbl>
              <a:tblPr firstRow="1" firstCol="1">
                <a:tableStyleId>{2A488322-F2BA-4B5B-9748-0D474271808F}</a:tableStyleId>
              </a:tblPr>
              <a:tblGrid>
                <a:gridCol w="1976485"/>
                <a:gridCol w="7167515"/>
              </a:tblGrid>
              <a:tr h="6848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100" b="1" dirty="0" smtClean="0">
                          <a:solidFill>
                            <a:schemeClr val="tx1"/>
                          </a:solidFill>
                        </a:rPr>
                        <a:t>방법</a:t>
                      </a:r>
                      <a:endParaRPr lang="en-US" altLang="ko-KR" sz="21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dirty="0" smtClean="0">
                          <a:solidFill>
                            <a:schemeClr val="tx1"/>
                          </a:solidFill>
                        </a:rPr>
                        <a:t>특징</a:t>
                      </a:r>
                      <a:endParaRPr lang="ko-KR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81296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100" b="1" dirty="0" smtClean="0">
                          <a:solidFill>
                            <a:schemeClr val="tx1"/>
                          </a:solidFill>
                        </a:rPr>
                        <a:t>거품 정렬</a:t>
                      </a:r>
                      <a:endParaRPr lang="ko-KR" altLang="en-US" sz="2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 smtClean="0"/>
                        <a:t>데이터</a:t>
                      </a:r>
                      <a:r>
                        <a:rPr lang="ko-KR" altLang="en-US" sz="2000" baseline="0" dirty="0" smtClean="0"/>
                        <a:t> 수가 적을 때 효율적</a:t>
                      </a:r>
                      <a:endParaRPr lang="en-US" altLang="ko-KR" sz="2000" baseline="0" dirty="0" smtClean="0"/>
                    </a:p>
                    <a:p>
                      <a:pPr algn="ctr" latinLnBrk="1"/>
                      <a:r>
                        <a:rPr lang="ko-KR" altLang="en-US" sz="2000" baseline="0" dirty="0" smtClean="0"/>
                        <a:t>거의 정렬이 돼있지 않을 때는 비효율적</a:t>
                      </a:r>
                      <a:endParaRPr lang="ko-KR" altLang="en-US" sz="20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81296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100" b="1" dirty="0" smtClean="0">
                          <a:solidFill>
                            <a:schemeClr val="tx1"/>
                          </a:solidFill>
                        </a:rPr>
                        <a:t>선택 정렬</a:t>
                      </a:r>
                      <a:endParaRPr lang="ko-KR" altLang="en-US" sz="2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 smtClean="0"/>
                        <a:t>데이터의 수가 적을 때 효율적</a:t>
                      </a:r>
                      <a:endParaRPr lang="en-US" altLang="ko-KR" sz="2000" dirty="0" smtClean="0"/>
                    </a:p>
                    <a:p>
                      <a:pPr algn="ctr" latinLnBrk="1"/>
                      <a:r>
                        <a:rPr lang="ko-KR" altLang="en-US" sz="2000" dirty="0" smtClean="0"/>
                        <a:t>버블 정렬보다 데이터 이동 횟수가 적음</a:t>
                      </a:r>
                      <a:endParaRPr lang="ko-KR" altLang="en-US" sz="20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81296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100" b="1" dirty="0" smtClean="0">
                          <a:solidFill>
                            <a:schemeClr val="tx1"/>
                          </a:solidFill>
                        </a:rPr>
                        <a:t>삽입 정렬</a:t>
                      </a:r>
                      <a:endParaRPr lang="ko-KR" altLang="en-US" sz="2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 smtClean="0"/>
                        <a:t>데이터의 수가 적고 어느 정도 정렬되었을 때</a:t>
                      </a:r>
                      <a:r>
                        <a:rPr lang="ko-KR" altLang="en-US" sz="2000" baseline="0" dirty="0" smtClean="0"/>
                        <a:t> 효율적</a:t>
                      </a:r>
                      <a:endParaRPr lang="en-US" altLang="ko-KR" sz="2000" baseline="0" dirty="0" smtClean="0"/>
                    </a:p>
                    <a:p>
                      <a:pPr algn="ctr" latinLnBrk="1"/>
                      <a:r>
                        <a:rPr lang="ko-KR" altLang="en-US" sz="2000" dirty="0" smtClean="0"/>
                        <a:t>데이터 수가 많을 때 매우 비효율적</a:t>
                      </a:r>
                      <a:endParaRPr lang="ko-KR" altLang="en-US" sz="20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81296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100" b="1" dirty="0" smtClean="0">
                          <a:solidFill>
                            <a:schemeClr val="tx1"/>
                          </a:solidFill>
                        </a:rPr>
                        <a:t>shell</a:t>
                      </a:r>
                      <a:r>
                        <a:rPr lang="ko-KR" altLang="en-US" sz="2100" b="1" dirty="0" smtClean="0">
                          <a:solidFill>
                            <a:schemeClr val="tx1"/>
                          </a:solidFill>
                        </a:rPr>
                        <a:t> 정렬</a:t>
                      </a:r>
                      <a:endParaRPr lang="ko-KR" altLang="en-US" sz="2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 smtClean="0"/>
                        <a:t>삽입 집합의 </a:t>
                      </a:r>
                      <a:r>
                        <a:rPr lang="ko-KR" altLang="en-US" sz="2000" dirty="0" err="1" smtClean="0"/>
                        <a:t>비정렬</a:t>
                      </a:r>
                      <a:r>
                        <a:rPr lang="ko-KR" altLang="en-US" sz="2000" dirty="0" smtClean="0"/>
                        <a:t> 데이터 문제를 해결하기 위한 방법</a:t>
                      </a:r>
                      <a:endParaRPr lang="en-US" altLang="ko-KR" sz="2000" dirty="0" smtClean="0"/>
                    </a:p>
                    <a:p>
                      <a:pPr algn="ctr" latinLnBrk="1"/>
                      <a:r>
                        <a:rPr lang="ko-KR" altLang="en-US" sz="2000" dirty="0" smtClean="0"/>
                        <a:t>데이터의 수가 크지 않을</a:t>
                      </a:r>
                      <a:r>
                        <a:rPr lang="ko-KR" altLang="en-US" sz="2000" baseline="0" dirty="0" smtClean="0"/>
                        <a:t> 때 효율적</a:t>
                      </a:r>
                      <a:endParaRPr lang="ko-KR" altLang="en-US" sz="20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7303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100" b="1" dirty="0" err="1" smtClean="0">
                          <a:solidFill>
                            <a:schemeClr val="tx1"/>
                          </a:solidFill>
                        </a:rPr>
                        <a:t>퀵</a:t>
                      </a:r>
                      <a:r>
                        <a:rPr lang="ko-KR" altLang="en-US" sz="2100" b="1" dirty="0" smtClean="0">
                          <a:solidFill>
                            <a:schemeClr val="tx1"/>
                          </a:solidFill>
                        </a:rPr>
                        <a:t> 정렬</a:t>
                      </a:r>
                      <a:endParaRPr lang="ko-KR" altLang="en-US" sz="2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 smtClean="0"/>
                        <a:t>평균적으로 가장 좋은 성능</a:t>
                      </a:r>
                      <a:endParaRPr lang="en-US" altLang="ko-KR" sz="2000" dirty="0" smtClean="0"/>
                    </a:p>
                    <a:p>
                      <a:pPr algn="ctr" latinLnBrk="1"/>
                      <a:r>
                        <a:rPr lang="ko-KR" altLang="en-US" sz="2000" dirty="0" smtClean="0"/>
                        <a:t>재귀호출 사용</a:t>
                      </a:r>
                      <a:endParaRPr lang="en-US" altLang="ko-KR" sz="2000" dirty="0" smtClean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</a:tr>
              <a:tr h="7303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100" b="1" dirty="0" smtClean="0">
                          <a:solidFill>
                            <a:schemeClr val="tx1"/>
                          </a:solidFill>
                        </a:rPr>
                        <a:t>합병 정렬</a:t>
                      </a:r>
                      <a:endParaRPr lang="ko-KR" altLang="en-US" sz="2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 smtClean="0"/>
                        <a:t>데이터 구성에 관계없이 좋은 성능</a:t>
                      </a:r>
                      <a:r>
                        <a:rPr lang="en-US" altLang="ko-KR" sz="2000" dirty="0" smtClean="0"/>
                        <a:t>,</a:t>
                      </a:r>
                      <a:r>
                        <a:rPr lang="ko-KR" altLang="en-US" sz="2000" dirty="0" smtClean="0"/>
                        <a:t> 많은 메모리</a:t>
                      </a:r>
                      <a:r>
                        <a:rPr lang="ko-KR" altLang="en-US" sz="2000" baseline="0" dirty="0" smtClean="0"/>
                        <a:t> 필요</a:t>
                      </a:r>
                      <a:endParaRPr lang="en-US" altLang="ko-KR" sz="2000" baseline="0" dirty="0" smtClean="0"/>
                    </a:p>
                    <a:p>
                      <a:pPr algn="ctr" latinLnBrk="1"/>
                      <a:r>
                        <a:rPr lang="ko-KR" altLang="en-US" sz="2000" baseline="0" dirty="0" smtClean="0"/>
                        <a:t>재귀호출 사용</a:t>
                      </a:r>
                      <a:endParaRPr lang="en-US" altLang="ko-KR" sz="2000" baseline="0" dirty="0" smtClean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</a:tr>
              <a:tr h="7303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100" b="1" dirty="0" err="1" smtClean="0">
                          <a:solidFill>
                            <a:schemeClr val="tx1"/>
                          </a:solidFill>
                        </a:rPr>
                        <a:t>힙</a:t>
                      </a:r>
                      <a:r>
                        <a:rPr lang="ko-KR" altLang="en-US" sz="2100" b="1" dirty="0" smtClean="0">
                          <a:solidFill>
                            <a:schemeClr val="tx1"/>
                          </a:solidFill>
                        </a:rPr>
                        <a:t> 정렬</a:t>
                      </a:r>
                      <a:endParaRPr lang="ko-KR" altLang="en-US" sz="2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 smtClean="0"/>
                        <a:t>완전</a:t>
                      </a:r>
                      <a:r>
                        <a:rPr lang="en-US" altLang="ko-KR" sz="2000" dirty="0" smtClean="0"/>
                        <a:t>2</a:t>
                      </a:r>
                      <a:r>
                        <a:rPr lang="ko-KR" altLang="en-US" sz="2000" dirty="0" err="1" smtClean="0"/>
                        <a:t>진트리</a:t>
                      </a:r>
                      <a:r>
                        <a:rPr lang="ko-KR" altLang="en-US" sz="2000" dirty="0" smtClean="0"/>
                        <a:t> 이용</a:t>
                      </a:r>
                      <a:r>
                        <a:rPr lang="en-US" altLang="ko-KR" sz="2000" dirty="0" smtClean="0"/>
                        <a:t>, </a:t>
                      </a:r>
                      <a:r>
                        <a:rPr lang="ko-KR" altLang="en-US" sz="2000" dirty="0" smtClean="0"/>
                        <a:t>뛰어난 성능</a:t>
                      </a:r>
                      <a:endParaRPr lang="en-US" altLang="ko-KR" sz="2000" dirty="0" smtClean="0"/>
                    </a:p>
                    <a:p>
                      <a:pPr algn="ctr" latinLnBrk="1"/>
                      <a:r>
                        <a:rPr lang="ko-KR" altLang="en-US" sz="2000" dirty="0" smtClean="0"/>
                        <a:t>안정성 보장불가</a:t>
                      </a:r>
                      <a:endParaRPr lang="en-US" altLang="ko-KR" sz="2000" dirty="0" smtClean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7303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100" b="1" dirty="0" smtClean="0">
                          <a:solidFill>
                            <a:schemeClr val="tx1"/>
                          </a:solidFill>
                        </a:rPr>
                        <a:t>기수 정렬</a:t>
                      </a:r>
                      <a:endParaRPr lang="ko-KR" altLang="en-US" sz="2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smtClean="0"/>
                        <a:t>정수로 표현될 수 있는 데이터에 대해 비교연산</a:t>
                      </a:r>
                      <a:r>
                        <a:rPr lang="ko-KR" altLang="en-US" sz="2000" baseline="0" smtClean="0"/>
                        <a:t> 없이</a:t>
                      </a:r>
                      <a:endParaRPr lang="en-US" altLang="ko-KR" sz="2000" baseline="0" smtClean="0"/>
                    </a:p>
                    <a:p>
                      <a:pPr algn="ctr" latinLnBrk="1"/>
                      <a:r>
                        <a:rPr lang="ko-KR" altLang="en-US" sz="2000" baseline="0" smtClean="0"/>
                        <a:t>단순한 분배와 취합으로 실행</a:t>
                      </a:r>
                      <a:r>
                        <a:rPr lang="en-US" altLang="ko-KR" sz="2000" baseline="0" smtClean="0"/>
                        <a:t>, </a:t>
                      </a:r>
                      <a:r>
                        <a:rPr lang="ko-KR" altLang="en-US" sz="2000" baseline="0" smtClean="0"/>
                        <a:t>많은 메모리 필요</a:t>
                      </a:r>
                      <a:endParaRPr lang="ko-KR" altLang="en-US" sz="20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재귀함</a:t>
            </a:r>
            <a:r>
              <a:rPr lang="ko-KR" altLang="en-US" dirty="0" smtClean="0"/>
              <a:t>수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Quick sort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11560" y="2636912"/>
            <a:ext cx="194421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noAutofit/>
          </a:bodyPr>
          <a:lstStyle/>
          <a:p>
            <a:pPr algn="ctr"/>
            <a:endParaRPr lang="ko-KR" alt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solidFill>
          <a:schemeClr val="bg1"/>
        </a:solidFill>
      </a:spPr>
      <a:bodyPr wrap="none" rtlCol="0">
        <a:noAutofit/>
      </a:bodyPr>
      <a:lstStyle>
        <a:defPPr algn="ctr">
          <a:defRPr sz="2400" dirty="0"/>
        </a:defPPr>
      </a:lst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122</Words>
  <Application>Microsoft Office PowerPoint</Application>
  <PresentationFormat>화면 슬라이드 쇼(4:3)</PresentationFormat>
  <Paragraphs>33</Paragraphs>
  <Slides>5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6" baseType="lpstr">
      <vt:lpstr>Office 테마</vt:lpstr>
      <vt:lpstr>정렬</vt:lpstr>
      <vt:lpstr>목차</vt:lpstr>
      <vt:lpstr>슬라이드 3</vt:lpstr>
      <vt:lpstr>재귀함수</vt:lpstr>
      <vt:lpstr>Quick sort</vt:lpstr>
    </vt:vector>
  </TitlesOfParts>
  <Company>R&amp;D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퀵 정렬</dc:title>
  <dc:creator>Microsoft Corporation</dc:creator>
  <cp:lastModifiedBy>Son</cp:lastModifiedBy>
  <cp:revision>7</cp:revision>
  <dcterms:created xsi:type="dcterms:W3CDTF">2006-10-05T04:04:58Z</dcterms:created>
  <dcterms:modified xsi:type="dcterms:W3CDTF">2017-04-05T16:16:33Z</dcterms:modified>
</cp:coreProperties>
</file>